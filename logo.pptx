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92F0-DB9D-A9C2-F205-9BD684783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27A59-34CB-2860-8FD0-4EF316687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B7B21-C2E2-7698-726D-328D2072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B9855-77B6-E679-7FB1-6A092DB9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95F1-FDD5-6474-C4E7-A9E22E87B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19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9E2E1-C532-7F62-BD09-AF0AA72A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FD23-DA85-D33F-BEC9-01176095E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3E2E7-632A-4583-4D71-D7687AA49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7899B-E74A-96CF-00AB-CB2C90D4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95E35-9A71-DFE7-4F61-02D17C2E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30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4DAA1-46B4-AF9F-07A1-FD7CE4501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25887-E312-5F27-863C-9690D1ED3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ECC38-B7F3-15B1-837B-E21A6069C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272E0-228F-F81A-9A92-D2837F7A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AC6A0-C7FD-994C-887C-C3794D06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86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049F-F343-BD12-3F08-413D27A5F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59F8F-FB3D-5277-1C6F-66CD67945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2E20F-2BA8-C518-C053-02C7900FA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3455-A2B8-C8B7-1FAD-3ACD8975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D54F4-9C17-8563-027E-7CD07709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905CA-49CB-B70E-112A-7ABC1CD7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E78E3-78C6-53A3-3E96-6D13DB5D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4ED97-8A8C-A460-5FA8-8A0EDB778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C15537-05E1-4DE0-DE81-ED9DE8631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6E3A4-33FF-DCBE-ED9F-718CA05E4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49743C-CA94-89D3-7535-ADAA9BA7C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3BC66-6139-AED2-FC3B-A702D153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D8E802-E3D4-182B-13A0-DA20ECAAE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F41F8-E150-87C4-CDFC-47C997CF3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836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3918-04DE-59A8-619E-D962C273C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DF6A6-32E1-FF7C-3D2B-CF38D861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832DD-FC22-E8A8-3DAC-B0F5D4939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FC867B-B7BD-BEE7-205B-08FCEB5F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97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D7E1D-3F19-F552-3527-DE15CB832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38206-30A7-808F-6958-F706122DB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FBBC2-CB7A-76D9-6BE5-CEE37A8B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22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926D-43A5-0967-EDEB-D18140B2D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D5270-681E-F31C-E521-C53D1D3E5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DB053-BEE9-7509-8E7D-183963812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1716D-89CA-2634-2F05-12E3BF372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72758-0ECC-F24C-8E3A-440D93FE4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59D96-7014-6477-E1FC-892B26BF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30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6BA48-7A77-B166-9009-7EDBF67D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82652B-171C-37E1-737B-E7D669F3F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E52AE-CDE8-527D-B775-EB2DA4670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8C8E0-B11D-0A7F-0F50-6F8D0913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312F5-3D0E-31B0-F3A1-8BF80368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134E2-1F21-1C09-6E3D-540D8432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8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3722-5361-3BB5-0845-43780F4C6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315E4F-8F0F-C22A-4912-73B305F2A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41795-0B88-5E4C-5929-64374CE1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E994F-D10B-5244-159D-866C6E6F5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6B8BA-5B11-7E57-F01A-5DD0B628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0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4B7FA-36BF-856A-D640-92D8F5EFCE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2BA85-EA5F-7981-04C7-999C6EBA3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3D526-5B9A-7B52-4507-157E14F3A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3A13A-D592-2E04-A254-503FFEEC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D957D-CC33-1220-804B-26C53B61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64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4C0D85-AA56-3A7D-B15D-0177C38EE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11F1A-F03B-782F-1597-9D23F0737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D5882-D1E5-D19C-14CA-778D8C00A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89D21-8B01-1146-B89A-21D25DD1E6FC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044A2-472D-F74F-C7D9-D3912A554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36DB9-F077-679F-B1F7-2D8E82B8E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79A7C-0BB7-A041-AAC5-50CFBD848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05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crosshair&#10;&#10;AI-generated content may be incorrect.">
            <a:extLst>
              <a:ext uri="{FF2B5EF4-FFF2-40B4-BE49-F238E27FC236}">
                <a16:creationId xmlns:a16="http://schemas.microsoft.com/office/drawing/2014/main" id="{A1413A73-BB7D-5F4B-2A28-27C536BD02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30" r="6657" b="9538"/>
          <a:stretch>
            <a:fillRect/>
          </a:stretch>
        </p:blipFill>
        <p:spPr>
          <a:xfrm>
            <a:off x="4331042" y="1726342"/>
            <a:ext cx="3206579" cy="3290083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E4E05F8-D2E7-54D9-EBDA-2D6A8219E399}"/>
              </a:ext>
            </a:extLst>
          </p:cNvPr>
          <p:cNvSpPr/>
          <p:nvPr/>
        </p:nvSpPr>
        <p:spPr>
          <a:xfrm>
            <a:off x="5115696" y="4009766"/>
            <a:ext cx="259492" cy="23477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8AC538-551F-CB24-ACF8-6B906677EE26}"/>
              </a:ext>
            </a:extLst>
          </p:cNvPr>
          <p:cNvSpPr/>
          <p:nvPr/>
        </p:nvSpPr>
        <p:spPr>
          <a:xfrm>
            <a:off x="6816813" y="4244545"/>
            <a:ext cx="259492" cy="23477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D485EDC-8882-FF2F-75C3-4DEC9E25675E}"/>
              </a:ext>
            </a:extLst>
          </p:cNvPr>
          <p:cNvSpPr/>
          <p:nvPr/>
        </p:nvSpPr>
        <p:spPr>
          <a:xfrm>
            <a:off x="6219566" y="2864706"/>
            <a:ext cx="259492" cy="234779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B35BB8-0674-6E08-9E3B-299307AB9AAA}"/>
              </a:ext>
            </a:extLst>
          </p:cNvPr>
          <p:cNvSpPr/>
          <p:nvPr/>
        </p:nvSpPr>
        <p:spPr>
          <a:xfrm>
            <a:off x="5641886" y="3136604"/>
            <a:ext cx="259492" cy="23477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0E9AB5-872B-2919-CC50-F51B76EF0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8833" y="1726342"/>
            <a:ext cx="32131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22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Mehran Ghafari</dc:creator>
  <cp:lastModifiedBy>Mehran Ghafari</cp:lastModifiedBy>
  <cp:revision>1</cp:revision>
  <dcterms:created xsi:type="dcterms:W3CDTF">2025-11-14T23:10:06Z</dcterms:created>
  <dcterms:modified xsi:type="dcterms:W3CDTF">2025-11-15T00:35:48Z</dcterms:modified>
</cp:coreProperties>
</file>